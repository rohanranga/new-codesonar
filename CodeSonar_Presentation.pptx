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3600">
                <a:solidFill>
                  <a:srgbClr val="C00000"/>
                </a:solidFill>
              </a:defRPr>
            </a:pPr>
            <a:r>
              <a:t>Nalla Malla Reddy Engineering College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400"/>
            </a:pPr>
            <a:r>
              <a:t>Autonomous Institution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2800"/>
            </a:pPr>
            <a:r>
              <a:t>CodeSonar</a:t>
            </a:r>
            <a:br/>
            <a:r>
              <a:t>Next-Generation AI-Powered Repository Intelligence &amp;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572000"/>
            <a:ext cx="3657600" cy="18288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/>
          <a:p>
            <a:pPr algn="l">
              <a:defRPr sz="1400"/>
            </a:pPr>
            <a:r>
              <a:t>By Students Names:</a:t>
            </a:r>
            <a:br/>
            <a:r>
              <a:t>1.</a:t>
            </a:r>
            <a:br/>
            <a:r>
              <a:t>2.</a:t>
            </a:r>
            <a:br/>
            <a:r>
              <a:t>3.</a:t>
            </a:r>
            <a:br/>
            <a:r>
              <a:t>4.</a:t>
            </a:r>
            <a:br/>
            <a:br/>
            <a:r>
              <a:t>Under the Guidance of: Mr. Faculty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CodeSonar is an advanced, automated code analysis platform that transforms raw, unstructured GitHub repositories into deeply understandable, documented, and visualized architectures.</a:t>
            </a:r>
          </a:p>
          <a:p>
            <a:pPr/>
            <a:r>
              <a:t>By combining cutting-edge Generative AI (Google Gemini) with semantic web technologies and real-time AST parsing, CodeSonar reduces developer onboarding time from weeks to mere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Ingestion: Seamless integration with GitHub via Octokit to securely clone and traverse complex codebases.</a:t>
            </a:r>
          </a:p>
          <a:p>
            <a:r>
              <a:t>Deep Contextual AI: Leverages Google Generative AI to understand intent, map dependencies, and uncover hidden architectural patterns.</a:t>
            </a:r>
          </a:p>
          <a:p>
            <a:r>
              <a:t>Dynamic Rendering: Translates AI outputs into real-time interactive diagrams (Mermaid.js) and 3D Spline experiences.</a:t>
            </a:r>
          </a:p>
          <a:p>
            <a:r>
              <a:t>Markdown Generation: Auto-generates exhaustive, developer-ready documentation dynamically based on real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Data-Flow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Provides Repo URL → Next.js Client UI</a:t>
            </a:r>
          </a:p>
          <a:p>
            <a:r>
              <a:t>Next.js Client UI → Requests Analysis from Next.js API Routes</a:t>
            </a:r>
          </a:p>
          <a:p>
            <a:r>
              <a:t>API Routes → Fetches Source Code via Octokit API connecting to GitHub</a:t>
            </a:r>
          </a:p>
          <a:p>
            <a:r>
              <a:t>API Routes → Sends Code Chunks + Context to GenKit / Google Generative AI</a:t>
            </a:r>
          </a:p>
          <a:p>
            <a:r>
              <a:t>API Routes → Aggregates &amp; Formats via Markdown/AST Parser</a:t>
            </a:r>
          </a:p>
          <a:p>
            <a:r>
              <a:t>Next.js UI renders results using React Markdown and Mermaid.js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Accelerated Onboarding: New engineers grasp repository layout and flow 10x faster using visual mappings.</a:t>
            </a:r>
          </a:p>
          <a:p>
            <a:r>
              <a:t>Living Documentation: Never suffer from outdated READMEs. Documentation is generated directly from source on-demand.</a:t>
            </a:r>
          </a:p>
          <a:p>
            <a:r>
              <a:t>Code Modernization: Identifies technical debt and anti-patterns immediately by exposing the system structure visually.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Next.js 15 (App Router) &amp; React 19</a:t>
            </a:r>
          </a:p>
          <a:p>
            <a:r>
              <a:t>TypeScript</a:t>
            </a:r>
          </a:p>
          <a:p>
            <a:r>
              <a:t>Google Generative AI &amp; GenKit Core</a:t>
            </a:r>
          </a:p>
          <a:p>
            <a:r>
              <a:t>Octokit (GitHub API)</a:t>
            </a:r>
          </a:p>
          <a:p>
            <a:r>
              <a:t>Tailwind CSS v4 &amp; Framer Motion</a:t>
            </a:r>
          </a:p>
          <a:p>
            <a:r>
              <a:t>Mermaid.js 11 &amp; React Spline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